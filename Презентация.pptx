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14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03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396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00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285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48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604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945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1333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55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16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814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7095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437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8325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6511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31457-9579-4447-816C-EC17933F99FC}" type="datetimeFigureOut">
              <a:rPr lang="ru-RU" smtClean="0"/>
              <a:t>19.01.2026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435D726-4A31-4BC1-9E8A-26CA8F4A68C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5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B0CB8-264F-401B-95FC-C362D074E5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кроссплатформенного приложения на Python с графическим интерфейсом на Tkinter</a:t>
            </a:r>
            <a:endParaRPr lang="ru-RU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90A0A-E817-4508-97D2-BC49756C1EB1}"/>
              </a:ext>
            </a:extLst>
          </p:cNvPr>
          <p:cNvSpPr txBox="1"/>
          <p:nvPr/>
        </p:nvSpPr>
        <p:spPr>
          <a:xfrm>
            <a:off x="9274003" y="5219700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Князев А.А. ПИ-29</a:t>
            </a:r>
          </a:p>
        </p:txBody>
      </p:sp>
    </p:spTree>
    <p:extLst>
      <p:ext uri="{BB962C8B-B14F-4D97-AF65-F5344CB8AC3E}">
        <p14:creationId xmlns:p14="http://schemas.microsoft.com/office/powerpoint/2010/main" val="285466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82C3004-BE39-44F3-94FF-FD46A229F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09" y="1331914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marL="0" lvl="0" indent="0" algn="just">
              <a:lnSpc>
                <a:spcPct val="150000"/>
              </a:lnSpc>
              <a:spcAft>
                <a:spcPts val="135"/>
              </a:spcAft>
              <a:buClr>
                <a:srgbClr val="0F1115"/>
              </a:buClr>
              <a:buNone/>
            </a:pPr>
            <a:r>
              <a:rPr lang="ru-RU" sz="2000" dirty="0"/>
              <a:t>Задачи для приложения:</a:t>
            </a:r>
          </a:p>
          <a:p>
            <a:pPr marL="342900" lvl="0" indent="-342900" algn="just">
              <a:lnSpc>
                <a:spcPct val="150000"/>
              </a:lnSpc>
              <a:spcAft>
                <a:spcPts val="135"/>
              </a:spcAft>
              <a:buClr>
                <a:srgbClr val="0F1115"/>
              </a:buClr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Сбор данных с Arduino через последовательный порт(с возможностью работы в режиме симулятора)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35"/>
              </a:spcAft>
              <a:buClr>
                <a:srgbClr val="0F1115"/>
              </a:buClr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Отображение данных в реальном времени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35"/>
              </a:spcAft>
              <a:buClr>
                <a:srgbClr val="0F1115"/>
              </a:buClr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Сохранение и загрузка данных экспериментов в формате 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CSV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35"/>
              </a:spcAft>
              <a:buClr>
                <a:srgbClr val="0F1115"/>
              </a:buClr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данных с построением графиков и применением методов сглаживания(метод скользящего среднего) и фильтрации выбросов (сигма-фильтрация).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60462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64C13-7687-45F6-91CF-3164495B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главного окна разработанной системы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Arduino 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 (режим симуляции)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EAAE45-BD25-4BFA-9029-F4E084E74F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81985" y="1643063"/>
            <a:ext cx="6151880" cy="489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7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BFD2D-9607-442D-884A-478D8B84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экспериментов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EC446C1-AD2A-48AA-8696-0D55547B4CE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138" y="2160588"/>
            <a:ext cx="533376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7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6F877-4046-46A9-847C-5B64BC46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48025" cy="2292350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 работы программы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D703CDE-E672-4C1C-A3D1-285B59AB5D5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867" y="365125"/>
            <a:ext cx="3660407" cy="6216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501359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86</Words>
  <Application>Microsoft Office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Wingdings 3</vt:lpstr>
      <vt:lpstr>Аспект</vt:lpstr>
      <vt:lpstr>Разработка кроссплатформенного приложения на Python с графическим интерфейсом на Tkinter</vt:lpstr>
      <vt:lpstr>Презентация PowerPoint</vt:lpstr>
      <vt:lpstr>Интерфейс главного окна разработанной системы Arduino Data Logger (режим симуляции) </vt:lpstr>
      <vt:lpstr>График экспериментов</vt:lpstr>
      <vt:lpstr>Блок-схема работы программы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кроссплатформенного приложения на Python с графическим интерфейсом на Tkinter</dc:title>
  <dc:creator>Хозяин</dc:creator>
  <cp:lastModifiedBy>Хозяин</cp:lastModifiedBy>
  <cp:revision>4</cp:revision>
  <dcterms:created xsi:type="dcterms:W3CDTF">2026-01-19T12:13:44Z</dcterms:created>
  <dcterms:modified xsi:type="dcterms:W3CDTF">2026-01-19T14:14:22Z</dcterms:modified>
</cp:coreProperties>
</file>